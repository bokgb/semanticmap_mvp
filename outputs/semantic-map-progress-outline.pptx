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c6399d00342ae" /><Relationship Type="http://schemas.openxmlformats.org/officeDocument/2006/relationships/extended-properties" Target="/docProps/app.xml" Id="R6e44d8acb7e44871" /><Relationship Type="http://schemas.openxmlformats.org/officeDocument/2006/relationships/officeDocument" Target="/ppt/presentation.xml" Id="R0c94e7ee4c1b4d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208a80c3c94b65"/>
  </p:sldMasterIdLst>
  <p:notesMasterIdLst>
    <p:notesMasterId xmlns:r="http://schemas.openxmlformats.org/officeDocument/2006/relationships" r:id="R34f8d59c66424dc4"/>
  </p:notesMasterIdLst>
  <p:sldIdLst>
    <p:sldId xmlns:r="http://schemas.openxmlformats.org/officeDocument/2006/relationships" id="256" r:id="Reb5d571c3b134c15"/>
    <p:sldId xmlns:r="http://schemas.openxmlformats.org/officeDocument/2006/relationships" id="257" r:id="R2e5fcbbcf0674db5"/>
    <p:sldId xmlns:r="http://schemas.openxmlformats.org/officeDocument/2006/relationships" id="258" r:id="Rcbfa606e232e47b5"/>
    <p:sldId xmlns:r="http://schemas.openxmlformats.org/officeDocument/2006/relationships" id="259" r:id="R538767c8164f4e1e"/>
    <p:sldId xmlns:r="http://schemas.openxmlformats.org/officeDocument/2006/relationships" id="260" r:id="Rba317936b9e24221"/>
    <p:sldId xmlns:r="http://schemas.openxmlformats.org/officeDocument/2006/relationships" id="261" r:id="Ra43f302ae2274623"/>
    <p:sldId xmlns:r="http://schemas.openxmlformats.org/officeDocument/2006/relationships" id="262" r:id="R69a44c4612cd45a8"/>
    <p:sldId xmlns:r="http://schemas.openxmlformats.org/officeDocument/2006/relationships" id="263" r:id="Rfc965c369d7a4705"/>
    <p:sldId xmlns:r="http://schemas.openxmlformats.org/officeDocument/2006/relationships" id="264" r:id="R318338871fab43bc"/>
    <p:sldId xmlns:r="http://schemas.openxmlformats.org/officeDocument/2006/relationships" id="265" r:id="Ra6979910b6c64ffa"/>
    <p:sldId xmlns:r="http://schemas.openxmlformats.org/officeDocument/2006/relationships" id="266" r:id="Rbc6fb5c2352d45ea"/>
    <p:sldId xmlns:r="http://schemas.openxmlformats.org/officeDocument/2006/relationships" id="267" r:id="R51907c37a91e4f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f52a89d64844b1" /><Relationship Type="http://schemas.openxmlformats.org/officeDocument/2006/relationships/slideMaster" Target="/ppt/slideMasters/slideMaster1.xml" Id="R91208a80c3c94b65" /><Relationship Type="http://schemas.openxmlformats.org/officeDocument/2006/relationships/notesMaster" Target="/ppt/notesMasters/notesMaster1.xml" Id="R34f8d59c66424dc4" /><Relationship Type="http://schemas.openxmlformats.org/officeDocument/2006/relationships/presProps" Target="/ppt/presProps.xml" Id="Rcae0812b06bb48f8" /><Relationship Type="http://schemas.openxmlformats.org/officeDocument/2006/relationships/tableStyles" Target="/ppt/tableStyles.xml" Id="R3355c9561f584e86" /><Relationship Type="http://schemas.openxmlformats.org/officeDocument/2006/relationships/slide" Target="/ppt/slides/slide1.xml" Id="Reb5d571c3b134c15" /><Relationship Type="http://schemas.openxmlformats.org/officeDocument/2006/relationships/slide" Target="/ppt/slides/slide2.xml" Id="R2e5fcbbcf0674db5" /><Relationship Type="http://schemas.openxmlformats.org/officeDocument/2006/relationships/slide" Target="/ppt/slides/slide3.xml" Id="Rcbfa606e232e47b5" /><Relationship Type="http://schemas.openxmlformats.org/officeDocument/2006/relationships/slide" Target="/ppt/slides/slide4.xml" Id="R538767c8164f4e1e" /><Relationship Type="http://schemas.openxmlformats.org/officeDocument/2006/relationships/slide" Target="/ppt/slides/slide5.xml" Id="Rba317936b9e24221" /><Relationship Type="http://schemas.openxmlformats.org/officeDocument/2006/relationships/slide" Target="/ppt/slides/slide6.xml" Id="Ra43f302ae2274623" /><Relationship Type="http://schemas.openxmlformats.org/officeDocument/2006/relationships/slide" Target="/ppt/slides/slide7.xml" Id="R69a44c4612cd45a8" /><Relationship Type="http://schemas.openxmlformats.org/officeDocument/2006/relationships/slide" Target="/ppt/slides/slide8.xml" Id="Rfc965c369d7a4705" /><Relationship Type="http://schemas.openxmlformats.org/officeDocument/2006/relationships/slide" Target="/ppt/slides/slide9.xml" Id="R318338871fab43bc" /><Relationship Type="http://schemas.openxmlformats.org/officeDocument/2006/relationships/slide" Target="/ppt/slides/slide10.xml" Id="Ra6979910b6c64ffa" /><Relationship Type="http://schemas.openxmlformats.org/officeDocument/2006/relationships/slide" Target="/ppt/slides/slide11.xml" Id="Rbc6fb5c2352d45ea" /><Relationship Type="http://schemas.openxmlformats.org/officeDocument/2006/relationships/slide" Target="/ppt/slides/slide12.xml" Id="R51907c37a91e4f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b955878e0e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855e05fa294503" /><Relationship Type="http://schemas.openxmlformats.org/officeDocument/2006/relationships/notesMaster" Target="/ppt/notesMasters/notesMaster1.xml" Id="R0a1065fc4e5045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a90c4eab94932" /><Relationship Type="http://schemas.openxmlformats.org/officeDocument/2006/relationships/notesMaster" Target="/ppt/notesMasters/notesMaster1.xml" Id="Ra09c2c79ac3d4b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98d67bc03043f3" /><Relationship Type="http://schemas.openxmlformats.org/officeDocument/2006/relationships/notesMaster" Target="/ppt/notesMasters/notesMaster1.xml" Id="R5d47249b7e5b49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dec71889b742f9" /><Relationship Type="http://schemas.openxmlformats.org/officeDocument/2006/relationships/notesMaster" Target="/ppt/notesMasters/notesMaster1.xml" Id="R491061d690ee49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aa911fb1aa4295" /><Relationship Type="http://schemas.openxmlformats.org/officeDocument/2006/relationships/notesMaster" Target="/ppt/notesMasters/notesMaster1.xml" Id="R347fc97ecd0348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b340d17f3e4e89" /><Relationship Type="http://schemas.openxmlformats.org/officeDocument/2006/relationships/notesMaster" Target="/ppt/notesMasters/notesMaster1.xml" Id="R4289378737eb4a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ca9c4f2b664d63" /><Relationship Type="http://schemas.openxmlformats.org/officeDocument/2006/relationships/notesMaster" Target="/ppt/notesMasters/notesMaster1.xml" Id="R1f58a124985346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be4320455f4dcc" /><Relationship Type="http://schemas.openxmlformats.org/officeDocument/2006/relationships/notesMaster" Target="/ppt/notesMasters/notesMaster1.xml" Id="R996b41446e5c40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b47eb3060c47d9" /><Relationship Type="http://schemas.openxmlformats.org/officeDocument/2006/relationships/notesMaster" Target="/ppt/notesMasters/notesMaster1.xml" Id="R7f3ff0d9fbf94a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372e010b704f15" /><Relationship Type="http://schemas.openxmlformats.org/officeDocument/2006/relationships/notesMaster" Target="/ppt/notesMasters/notesMaster1.xml" Id="Rd8435b81b52344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efa70e81c44744" /><Relationship Type="http://schemas.openxmlformats.org/officeDocument/2006/relationships/notesMaster" Target="/ppt/notesMasters/notesMaster1.xml" Id="R4c47ac8b32da41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52e40b579e4941" /><Relationship Type="http://schemas.openxmlformats.org/officeDocument/2006/relationships/notesMaster" Target="/ppt/notesMasters/notesMaster1.xml" Id="Ra0c936ce33d04b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43d43774a4e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b7d26a75954f2c" /><Relationship Type="http://schemas.openxmlformats.org/officeDocument/2006/relationships/slideLayout" Target="/ppt/slideLayouts/slideLayout1.xml" Id="Rdefe6a76a759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fe6a76a759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102c3bc484533" /><Relationship Type="http://schemas.openxmlformats.org/officeDocument/2006/relationships/notesSlide" Target="/ppt/notesSlides/notesSlide1.xml" Id="R694035bb179d4b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8800bd1f549de" /><Relationship Type="http://schemas.openxmlformats.org/officeDocument/2006/relationships/notesSlide" Target="/ppt/notesSlides/notesSlide2.xml" Id="Rc1a07a2dae6945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96004cdcd4efb" /><Relationship Type="http://schemas.openxmlformats.org/officeDocument/2006/relationships/notesSlide" Target="/ppt/notesSlides/notesSlide3.xml" Id="R81746f20480449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f742ad494e32" /><Relationship Type="http://schemas.openxmlformats.org/officeDocument/2006/relationships/notesSlide" Target="/ppt/notesSlides/notesSlide4.xml" Id="R525376a157864c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3f24483d348fc" /><Relationship Type="http://schemas.openxmlformats.org/officeDocument/2006/relationships/notesSlide" Target="/ppt/notesSlides/notesSlide5.xml" Id="Rde1b62f3fbfa41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e4805700c4cee" /><Relationship Type="http://schemas.openxmlformats.org/officeDocument/2006/relationships/image" Target="/ppt/media/image.png" Id="Rd815e8d353364dbe" /><Relationship Type="http://schemas.openxmlformats.org/officeDocument/2006/relationships/notesSlide" Target="/ppt/notesSlides/notesSlide6.xml" Id="R439efe4c1b5d41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baf86f09f4a90" /><Relationship Type="http://schemas.openxmlformats.org/officeDocument/2006/relationships/image" Target="/ppt/media/image2.png" Id="R20661056aac04fcc" /><Relationship Type="http://schemas.openxmlformats.org/officeDocument/2006/relationships/notesSlide" Target="/ppt/notesSlides/notesSlide7.xml" Id="R828f513e089e4e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cf385339c4770" /><Relationship Type="http://schemas.openxmlformats.org/officeDocument/2006/relationships/notesSlide" Target="/ppt/notesSlides/notesSlide8.xml" Id="R2afdad922b2d44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90ba1ab12481e" /><Relationship Type="http://schemas.openxmlformats.org/officeDocument/2006/relationships/notesSlide" Target="/ppt/notesSlides/notesSlide9.xml" Id="R81be233214894d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c56fb3c654ac7" /><Relationship Type="http://schemas.openxmlformats.org/officeDocument/2006/relationships/notesSlide" Target="/ppt/notesSlides/notesSlide10.xml" Id="R8463ea2b16a949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98978f4d34574" /><Relationship Type="http://schemas.openxmlformats.org/officeDocument/2006/relationships/notesSlide" Target="/ppt/notesSlides/notesSlide11.xml" Id="Re4acd96da4fb45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6a322719d4128" /><Relationship Type="http://schemas.openxmlformats.org/officeDocument/2006/relationships/notesSlide" Target="/ppt/notesSlides/notesSlide12.xml" Id="R843c6220169e4d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4EEA2-33E4-40B7-9BBD-D6B92D32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研究進捗発表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4CDAB-2080-4203-90F2-B9FD330F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Semantic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ADF41-D955-4CB3-8B83-BA3AEDFD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79333-59F4-4823-B2DB-BD97AE94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位置情報と写真認識を使った日本語学習プロトタイプ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1F648-8F2C-420B-A0FD-E7CA833E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15分発表 + 5分質疑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A859B-EF7B-461B-AA0C-6559CFB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461EF-089B-491E-A761-B71EB46D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7860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2A0609-7946-4568-AA2A-4592CC9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研究背景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48028-25C9-41BC-8E19-BEE05FC5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E251F-E9A3-4875-B414-7D0AD10C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191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日本語の語彙や文型は、教科書の中だけで覚えることが多い。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しかし、実際の場所で「いつ使うか」「何に使うか」が分かりにくい。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そこで、現実の場所と物を使う学習を考えた。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40046-AD99-4FFE-94C2-28ACC1CF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28750"/>
            <a:ext cx="3657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13508-639A-4B41-B66C-05EF5B92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95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ここに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教科書学習と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街歩き学習の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対比画像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B3A19-110B-47D5-904B-16284AA1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226C8-8FB7-49BE-83B8-9325EF0C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17814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3E5C8-24F5-4E26-802E-5969946D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研究問題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C26BA-D71F-4BBD-B357-5877EE1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76076-AAD7-4B71-868E-1BA32480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191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どうすれば、現実の場所・写真・日本語タスクをつなげて、語彙と文型を場面の中で学べるか。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本研究では、この問いをプロトタイプで検証する。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9C298-F8DF-4633-B010-62CAFDA8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28750"/>
            <a:ext cx="3657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C9E2F-C4DD-4597-BF07-668ABFC1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95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Research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81FB5-5F6E-4941-BB5F-33C1F6EF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D2B4B-3258-4551-9528-CA023CA1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5115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2ED68-D84C-4F8E-903C-8F4CA70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研究方法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04393-CBE9-4A0A-8DBA-D3835B7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F8515-EFD7-4CD3-8398-4A012C86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2C8DB-6FCE-48FB-8701-5DD30D7C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F17E1-8ACA-4811-A919-0DC946AF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Research through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プロトタイプを作りながら、学習体験を検討する。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6C264-3E42-4FB4-B756-28B4BC5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7FEC9-1FF7-4A80-9D95-E6EDB7F2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対象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BE6F9-BBD7-4230-A64B-ECB0A1AB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日本語学習者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N5 / N3 / N1 の難易度を想定。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A5F95-839B-4CDD-A27F-158D434E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2A0A5-E078-4C23-A94A-2FC274DA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評価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3EBB9-304C-4231-8986-EDF5A2C2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学習の流れが成立するか。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操作が理解しやすいか。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15094-2B08-4225-BE96-CD22B78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723B1-AB10-47DF-9820-C8D07122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4479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D6D58-3C19-47A6-84E8-E9037853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学習の流れ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09DB9-23B2-48BB-9732-3B634F25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016BE-3E2D-49D5-AE0F-DF83E556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619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1C438-3298-4E61-9DB1-76B779F1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4E746-D6F8-4EB9-B7B4-79CB042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場所を見る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2942F-8B00-46DF-AEAF-20ECEBBE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09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1D3FB-D5A0-4010-877F-0E964402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619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6393D-C8EE-404B-A06F-88909ACE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71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77FDF-A44A-47D5-A8EB-AFCF32F9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タスクを選ぶ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6C007-04E2-40F3-BC2B-41007A11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9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4C60-233A-48A7-A6AD-F2F3CC2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1619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D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75D0C-69CE-4C42-8563-0A10038F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71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33470-A915-4037-AC5C-B725A3F5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956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写真を撮る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E40C5-9DD5-413A-9286-EE4B0EE5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09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7308E-27F4-4076-B785-45AE7DC0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1619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C869A-3BB3-4461-A029-561E7516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71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48B25-20EB-4FFE-B569-3AC4DB3A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956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AIで確認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A861D-4608-4487-856E-A32E3B39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9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97402-49B2-4B6D-9020-FDB92902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619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F4DB3-4ACF-4062-B26C-ED4FACD3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71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55C61-4068-429C-AE21-C5C581D2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956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語彙カード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75FE8-A4A3-4AB2-A3FF-ACE8810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実際の場所から、文型と語彙を学ぶ。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8CB64-47B2-46F5-8376-AEAAF200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30954-ED5E-4D57-8C0C-5D5335D5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7633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93D54-5136-44DE-A438-2FA67FF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システム画面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46CF1-98C2-4CFB-820F-68320982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C1BE5-E553-4B50-9E7D-378836A4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095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地図上に実際の場所を表示する。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ユーザーは近くのタスクを選び、日本語の文を完成させる。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A6C15-FFE4-4E74-8B4B-B8863496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14450"/>
            <a:ext cx="5905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5e8d353364dbe"/>
          <a:stretch xmlns:a="http://schemas.openxmlformats.org/drawingml/2006/main"/>
        </p:blipFill>
        <p:spPr>
          <a:xfrm xmlns:a="http://schemas.openxmlformats.org/drawingml/2006/main">
            <a:off x="5727533" y="1504950"/>
            <a:ext cx="4737434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4DDCA-D6EE-4103-AFD4-47F7DD57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B1A6A-F0D7-416D-BAC9-2F626374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3998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13AE98-DDF9-49B0-A06F-35E7CE1F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タスク例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240DE-5AA5-419F-99F2-19B10D3C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72A7D-525B-449C-8802-FF64288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095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場所の種類によってタスクが変わる。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例：コンビニ、公園、駅、薬局。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文型と写真対象を組み合わせる。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D7212-5E5E-4CE6-BF2D-FEAC8E97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14450"/>
            <a:ext cx="5905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61056aac04fcc"/>
          <a:stretch xmlns:a="http://schemas.openxmlformats.org/drawingml/2006/main"/>
        </p:blipFill>
        <p:spPr>
          <a:xfrm xmlns:a="http://schemas.openxmlformats.org/drawingml/2006/main">
            <a:off x="7171964" y="1504950"/>
            <a:ext cx="1848572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A4ED2-BFF7-4270-B856-FE628467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7CAAC-2D64-4A7B-B18F-64283FF8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1318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7A8BA-2DA8-4A91-BC98-EC0FE3C7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動画デモ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5A9ED-EBE3-4176-BC16-1423478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06E51-E7F2-47F1-8E52-090204E4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095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発表では、1つの学習ループだけを見せる。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地図 → タスク → 写真 → 認識 → 語彙カード → 進捗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A4CA7-99B2-4DD3-907F-C85021E1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14450"/>
            <a:ext cx="59055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3780D-7DFC-4997-B6EC-EDAC4C34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146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ここに</a:t>
            </a:r>
          </a:p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2〜3分の</a:t>
            </a:r>
          </a:p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操作動画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AA34B-9AA0-4D4F-B42B-6E85ED31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0B036-4A49-4E39-9619-1917D1C9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6527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E1CCC0-2F03-4613-9ABE-47731ED0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現在の進捗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3649A-FC20-43D2-A6EF-1A81D68C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6AAAB-42E9-42B1-A557-27D2C1EB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2FF16-669E-4B46-A56C-314BA67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ABBD8-B3BA-404C-9D7F-50542A9C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地図表示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場所データ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難易度選択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タスク生成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2749C-20F6-449D-9CB9-A5C48D06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48892-CF72-41F8-8792-E3A7C246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CE8CB-47EB-40F6-8C3B-7DB45092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写真認識フロー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語彙カード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バッグ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ミッション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D5631-EC8B-41C1-8F02-71C142A5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C4543-CBAC-4712-AF03-A66F65B6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調整中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208C7-DA68-45B9-A17D-0C22F7FA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認識精度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実地テスト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説明文の整理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発表用動画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544E5-7DD9-4B47-BAD8-61F0E0E7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71612-A0DA-47B4-8AB7-9301ABCD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518440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70C32-B2C1-45BA-B887-9B39240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検証方法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690D9-E964-454A-B040-318DAA44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908D4-01A7-4CE5-925A-7CA3226E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FF2B8-7A7F-47A0-A1DD-3CE2C8A0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69079-32AB-4986-9A7E-99680414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主要な画面が動くか。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タスクを完了できるか。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E37DF-A860-4FD6-8F13-2126E849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ECB4F-E857-42D3-A7F2-09B426E1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体験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2E825-3618-4AFC-8D4A-9E633DB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ユーザーが流れを理解できるか。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迷わず操作できるか。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B4BFF-6AF4-47B1-8152-C3D26DC9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1625"/>
            <a:ext cx="3162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280AC-0991-43B9-B11C-5480BE6A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学習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6F97E-1F07-4FBF-BF5A-FEE4BF2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場所・物・日本語文がつながっているか。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978DA-996E-4E21-AB26-E2BF2AD8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161D3-ECD4-4D5C-8F7D-B431EF5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629327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EC9383-D021-4BD5-96C1-925D5A08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今後の課題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8C137-4E6C-4029-896F-16AD0C3A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434C3-DD11-4C65-9B78-9C012697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191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小規模なユーザーテストを行う。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AI認識の結果をユーザーが確認できる仕組みを入れる。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学習記録を分析し、教師が確認できる画面を検討する。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1BE62-385B-4763-99A0-408CC4BB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28750"/>
            <a:ext cx="3657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2B93D-EA1D-4AB4-9AB1-4345F857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95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Future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E0E10-07FE-4D5C-A191-1D8DC0A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8CC92-D18B-4262-B432-B0A2FC52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160575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09F39-DCEF-448D-AD79-F5527F7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70E52-C688-4D0B-9341-79BF2605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C02ED-BBE2-4DD1-A4CB-17EED929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191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本研究では、位置情報・写真認識・日本語タスクを組み合わせた学習プロトタイプを作成した。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現在、基本的な学習ループは動作している。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次に、ユーザー評価で学習体験を検証する。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9EB2B-3F45-415E-9803-CA6D4974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28750"/>
            <a:ext cx="3657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460F2-7D7D-4823-89A1-8B9BFEFC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95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ご清聴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ありがとう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ございました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5D627-A57B-41AE-9622-43353DD1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Semantic Map / Progress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74A97-E535-4451-9E06-B8A54AC5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4957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2026-07-01T06:34:04.6860000Z</dcterms:created>
  <dcterms:modified xsi:type="dcterms:W3CDTF">2026-07-01T06:34:04.6860000Z</dcterms:modified>
</coreProperties>
</file>